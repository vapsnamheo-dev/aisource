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1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AI 기반 베어링 예지보전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CCEE"/>
                </a:solidFill>
              </a:rPr>
              <a:t>FEMTO-ST PRONOSTIA 데이터셋 활용
ML 열화 분류 + LSTM 잔여수명(RUL)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딥러닝 기반 공장자동화 설비고장 예지보전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CCEE"/>
                </a:solidFill>
              </a:rPr>
              <a:t>허 남 (Nam Heo)   |   2026-06-24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FEMTO-ST 베어링 가속 수명 데이터를 활용하여
열화 분류 + 잔여수명(RUL) 예측
→ '언제 교체해야 하는가' 정량 제공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77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이은주 ML 한계 → 해결책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188720"/>
          <a:ext cx="53035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한계 (이은주 ML)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해결책 (본 프로젝트)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시계열 순서 미활용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슬라이딩 윈도우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교체 시점 불명확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분 단위 정량화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이진 분류만 가능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분류 + DL 회귀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단일 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FEMTO-ST 추가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시스템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전처리: 피처 추출(9개) + VIF 선택 + 라벨 + RUL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ML: LR / RF / XGB 비교 (GroupKFold)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12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DL: LSTM RUL 예측 (30분 슬라이딩 윈도우)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05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④ 통합: Streamlit 이중 임계값 대시보드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FEMTO-ST 데이터셋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출처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IEEE PHM 2012 Challenge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Bearing1_1, 1_2, 1_3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테스트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Bearing1_4 ~ 1_7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하중/회전수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1800N /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25.6kHz, 2560 pts/snap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채널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h_acc, v_acc, h_temp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피처 (9개)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188720"/>
          <a:ext cx="5486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h_rms / v_rms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수평/수직 진동 에너지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h_kurt / v_kurt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충격성 (결함 발생↑)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h_skew / v_skew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비대칭성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h_crest / v_crest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파고율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temp_mean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베어링 온도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469A"/>
                </a:solidFill>
              </a:rPr>
              <a:t>열화 라벨: h_rms &gt; 초기10분평균 × 2.5 → 열화(1)   |   RUL = total_minutes − current_minute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 베이스라인 — 열화 분류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3종 모델 비교 (GroupKFold + GridSearchCV)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LogisticRegression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~0.54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재현율 낮음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Best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RF와 유사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주요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최고 성능: RandomForest (Recall=0.91, F1=0.87, AUC=0.99)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758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GroupKFold로 베어링 단위 완전 분리 → 데이터 누수 없는 공정한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993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이은주 ML 참고값 (AI4I): RF Recall=1.000, F1=0.996 (데이터셋 특성 차이)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439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재현율 0.91 → 90% 이상 열화 감지 (생산 라인 안전성 확보)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</a:rPr>
              <a:t>* 결과는 Demo(합성) 데이터 기준. 실제 FEMTO 데이터 학습 후 갱신 필요.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DL — LSTM 잔여수명(RUL)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LSTM 아키텍처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레이어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Input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(batch, 30, n_features)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return_sequences=True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Dropout(0.2)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과적합 방지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피처 압축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Dense(16, relu)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비선형 변환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출력 (분)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ML vs DL RUL 예측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RMSE (분)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개선률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 베이스라인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~6.86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(본 시스템)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~5.67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17%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슬라이딩 윈도우 (30분)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t=1~30 → RUL at t=31  /  t=2~31 → RUL at t=32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027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추세를 30분 단위로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RF 대비 시계열 의존성 활용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핵심: LSTM이 시계열 추세를 학습하여 RF 대비 17% RMSE 개선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ML+DL 통합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777240"/>
            <a:ext cx="2926080" cy="59436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베어링 진동 입력
(h_acc, v_acc, temp)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691640"/>
            <a:ext cx="2926080" cy="59436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전처리 (femto_preprocess.py)
피처→VIF→라벨/RUL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3474720" cy="594360"/>
          </a:xfrm>
          <a:prstGeom prst="rect">
            <a:avLst/>
          </a:prstGeom>
          <a:solidFill>
            <a:srgbClr val="00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ML 분류 (femto_ml.py)
LR/RF/XGB → P(열화)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926080"/>
            <a:ext cx="3474720" cy="594360"/>
          </a:xfrm>
          <a:prstGeom prst="rect">
            <a:avLst/>
          </a:prstGeom>
          <a:solidFill>
            <a:srgbClr val="5C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DL RUL (femto_dl_rul.py)
LSTM → RUL(분)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97680"/>
            <a:ext cx="2926080" cy="594360"/>
          </a:xfrm>
          <a:prstGeom prst="rect">
            <a:avLst/>
          </a:prstGeom>
          <a:solidFill>
            <a:srgbClr val="6B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통합 판단
(streamlit_femto.py)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77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↙ 열화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↘ RUL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효과: ML 정상 판정 → DL 생략(연산 절감)  /  ML 열화 판정 → DL로 교체 시점 정량화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Streamlit 대시보드 — 이중 임계값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4탭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1: 데이터 탐색 (RMS 시계열, 열화 분포)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2: ML 성능 (3종 비교, Confusion Matrix)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02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3: DL RUL 예측 (LSTM vs RF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86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4: 통합 진단 (ML+DL, 단계별 경보)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이중 임계값 UI (사이드바)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임계값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조정 기준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P(열화) 기준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열화 판정 확률</a:t>
                      </a:r>
                    </a:p>
                    <a:p>
                      <a:r>
                        <a:t>낮출수록 재현율↑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설비 중요도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잔여수명 경보 (DL)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이하 시</a:t>
                      </a:r>
                    </a:p>
                    <a:p>
                      <a:r>
                        <a:t>경보 발령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부품 조달 리드타임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383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차별화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ML 프로젝트(AI4I) 임계값 UI를 FEMTO-ST에 그대로 이식 → 일관성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33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RUL 경보 임계값 신규 추가 → 교체 시점 명시적 경보 (이전 ML에 없던 기능)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2686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임계값 변경 이력 자동 로깅 → 운영 감사 추적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결론 및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성과 요약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최고 성능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RF: Recall=0.91, AUC=0.99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DL RUL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LSTM이 RF 대비 17% RMSE↓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이중 임계값 UI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ML열화 + DL RUL 경보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이은주 한계 해결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5개 항목 전부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향후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234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실제 FEMTO 데이터 학습 / 운전조건 2·3 추가 / Attention-LSTM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194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실시간 스트리밍 연동 (Kafka/MQTT) / 온라인 학습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10896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2004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장기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15468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Claude API + RAG → 자연어 정비 추천 시스템 (LLM 연동)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ML(열화 분류) + DL LSTM(RUL 예측)의 결합으로 '설비가 열화되었는가'뿐만 아니라
'언제 교체해야 하는가'를 정량적으로 제공하는 예지보전 시스템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