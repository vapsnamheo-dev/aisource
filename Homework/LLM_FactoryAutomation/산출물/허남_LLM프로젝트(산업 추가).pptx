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  <p:sldId id="298" r:id="rId39"/>
    <p:sldId id="299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 · LLM/RAG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(Claude API, v0.5 구현완료)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RAG Level1(FAISS 유사사례)·Level2(Chroma 문서근거) 결합.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  (API 키 없이 Mock 모드 데모 가능)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(v0.5 구현완료, Claude API+RAG2단계)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진단·RAG 구현)는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진단 보고서 &amp; RAG 파이프라인 구현 현황 (v0.6)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RAG 2단계(FAISS 수치유사도 + Chroma 문서RAG) + Claude API 진단 보고서 생성 + Streamlit 4종 앱 — GitHub v0.6 반영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기술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1 (수치 유사도)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FAISS IndexFlatIP + 12차원 특성벡터 (MinMaxScaler+L2정규화)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유사 과거 베어링 사례 Top-k 검색 + 유사도가중 RUL 추정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2 (문서 RAG)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Chroma + LangChain + sentence-transformers(all-MiniLM-L6-v2) + Ollama(gemma)</a:t>
                      </a:r>
                      <a:r>
                        <a:rPr sz="1100" b="1">
                          <a:latin typeface="Malgun Gothic"/>
                        </a:rPr>
                        <a:t> · temperature=0.0(사실 기반 답변만 하도록 결정론적 출력 설정)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정비 지식 문서(500자 청크, 오버랩50) 검색 · 질의응답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보고서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Claude API(claude-haiku-4-5) — ML+DL+RAG1+RAG2 결과 종합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5섹션(현재상태·이상신호·정비권고·유사사례·문서근거) 350자 이내 자연어 보고서 + Mock 모드 + Structured Output(JSON Schema 강제: status/anomalies/action/similar_case_note/doc_basis) — 대시보드·알람 연동용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Streamlit 앱 4종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app(8501,DL메인) · rag(8502,LLM/RAG전용) · femto(8503,ML+DL통합) · unified(8504,3-Source통합)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역할별 진단 UI 분리 제공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Mock 모드 &amp; 배포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API 키 없이 규칙기반 생성(generate_report_mock) · GitHub v0.5 draft(vapsnamheo-dev/AISOURCE, 태그 llm-factory-automation-v0.5)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API 키 없이도 데모 가능 + 정식 릴리스 준비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프로젝트는 ML(분류)·DL(RUL) 판정에 RAG 2단계와 LLM(Claude API) 자연어 진단 보고서까지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end-to-end로 결합 구현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했습니다(v0.6).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GitHub에 v0.6로 푸시되어(원격: vapsnamheo-dev/AISOURCE, 태그: llm-factory-automation-v0.5) 정식 릴리스·현장 적용을 준비합니다.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구성·수치는 src/femto_rag_search.py · src/femto_doc_rag.py · src/femto_llm_report.py 실제 구현 코드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적용 우선순위 로드맵 (다음 단계)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사용자 논의 후 확정 — Structured Output(완료) → Agent/Tool Use → Workflow/Orchestration(LangGraph) → GraphRAG 순으로 단계적 도입 검토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17920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우선순위 · 항목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1순위 — Structured Output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완료 (v0.5)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femto_llm_report.py에 generate_report_structured() 추가 — Claude output_config.format(JSON Schema 강제)으로 자유 텍스트 대신 {status, anomalies, action, similar_case_note, doc_basis} 정형 데이터 반환. 대시보드·알람·DB 연동에 바로 활용 가능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2순위 — Agent / Tool Use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현재는 Streamlit이 RAG Level1(FAISS)+Level2(Chroma)+ML+DL 결과를 수동으로 모아 컨텍스트로 전달하는 구조 → Claude의 function calling(tool_use)으로 전환해 Claude가 필요할 때만 search_similar_cases(), retrieve_maintenance_docs() 등을 스스로 호출(ReAct 패턴). anthropic SDK 직접 사용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3순위 — Workflow/Orchestration (LangGraph)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(후순위)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센서 수집 → ML 분류 → DL RUL → RAG → LLM 보고서 파이프라인을 LangGraph 등으로 명시적 그래프화. 현재는 하드코딩된 순서라 당장 실익 작음 — 파이프라인 복잡화·Agent 다중화 시 도입 검토. LLM 호출부(femto_llm_report.py)는 최신 Anthropic API 기능 호환을 위해 SDK 직접 사용을 유지하고, 오케스트레이션 레이어에서만 LangGraph 검토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4순위 — GraphRAG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(최후순위)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 미구현(networkx/neo4j 등 그래프 라이브러리 없음, 벡터 검색 2단계만 존재). 설비 간 인과관계·계통도처럼 entity-relation이 복잡하게 얽힌 지식에 강점 있는 기법이나, 현재 데이터(센서 수치+정비 가이드 텍스트)는 벡터 검색만으로도 충분히 커버되어 우선순위 최하위. 데이터가 설비 관계망 수준으로 확장 시 검토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082796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4단계 우선순위(Structured Output → Agent/Tool Use → Workflow/Orchestration → GraphRAG)는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구현 난이도·실무 활용도 순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으로 배열했습니다.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1순위(Structured Output)는 v0.5로 구현 완료, 2~4순위는 파이프라인이 복잡해지거나 Agent가 여러 개로 늘어날 때 단계적으로 도입을 검토합니다.</a:t>
            </a:r>
          </a:p>
          <a:p>
            <a:r>
              <a:t>RAG 종류: 현재 Level1/2 모두 일반 RAG(순수 벡터검색). Hybrid RAG(BM25+벡터)는 수치·임계값 질의 정확도 향상에 유효해 적용 가치 있음, Graph RAG는 단일 소규모 문서 특성상 4순위 유지 타당.</a:t>
            </a:r>
          </a:p>
          <a:p>
            <a:r>
              <a:t>v0.6(2026-07-03): Cloud 배포 버그 다수 수정 + 과금방지 스위치(ANTHROPIC_API_KEY on/off, 기본 ON) 추가. 예상 일정(안): 2순위 Agent/Tool Use 개발~07/24-시험~07/27-문서~07/28, Hybrid RAG 완료(v0.6, 07/03 - BM25+벡터 결합, 검증: 이전 실패 질의가 정상 답변으로 개선됨), 3순위 개발~08/21, 4순위(GraphRAG) 미정.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18404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로드맵은 사용자와의 논의를 거쳐 확정되었습니다. 근거: src/femto_llm_report.py(Structured Output 구현 완료), 현재 Streamlit 파이프라인은 RAG·ML·DL 결과를 하드코딩 순서로 수동 결합.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20740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920740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32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6351</Words>
  <Application>Microsoft Office PowerPoint</Application>
  <PresentationFormat>와이드스크린</PresentationFormat>
  <Paragraphs>1103</Paragraphs>
  <Slides>32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40</cp:revision>
  <dcterms:created xsi:type="dcterms:W3CDTF">2026-06-30T01:06:45Z</dcterms:created>
  <dcterms:modified xsi:type="dcterms:W3CDTF">2026-07-02T13:44:38Z</dcterms:modified>
</cp:coreProperties>
</file>