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DL 이진 분류 결과 — Classification Report &amp; ROC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CNN+LSTM (Validation Set, 179 samples)  ·  Threshold = 0.50  ·  AUC = 0.88</a:t>
            </a:r>
          </a:p>
        </p:txBody>
      </p:sp>
      <p:pic>
        <p:nvPicPr>
          <p:cNvPr id="6" name="Picture 5" descr="06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486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5989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맑은 고딕"/>
              </a:rPr>
              <a:t>※ AUC = 0.88:  Threshold 무관 변별력 지표
   Youden's J 최적점 → FPR≈0.05, TPR≈0.85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51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Classification Report (Validation Set)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35040" y="1463040"/>
          <a:ext cx="5943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27660">
                <a:tc>
                  <a:txBody>
                    <a:bodyPr/>
                    <a:lstStyle/>
                    <a:p>
                      <a:r>
                        <a:t>클래스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 (Normal)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 (Failure)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Macro Avg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Weighted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3566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Threshold = 0.50 선택 근거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977639"/>
            <a:ext cx="5943600" cy="21488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4023360"/>
            <a:ext cx="5760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맑은 고딕"/>
              </a:rPr>
              <a:t>• AUC는 threshold 독립 지표 (ROC 면적)
• 운영 임계값 = 0.50 (기본값)
  → Youden's J 근처: max(TPR − FPR)
  → FPR ≈ 0.05~0.10, TPR ≈ 0.85~0.90
• Class 1 Recall = 0.68
  → 고장 74건 중 50건 정확 감지
• Class 0 Recall = 0.89
  → 정상 105건 중 93건 정확 판별
• Streamlit 슬라이더: 사용자가 0.1~0.9
  범위에서 threshold 실시간 조정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학습 곡선 — Loss &amp; Accuracy (CNN+LSTM)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Train vs Validation  ·  60 Epochs  ·  EarlyStopping(patience=8)  ·  이진 분류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8229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맑은 고딕"/>
              </a:rPr>
              <a:t>Loss Curve (좌)  +  Accuracy Curve (우)  — 각 60 Epochs, 3-Fold CV 대표 1 Fold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54864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Loss Curve 해석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2316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• 초기 Loss: ~0.67 (Epoch 1)
• Train Loss: 점진적 감소 → ~0.43 수렴
• Val Loss: Train과 동반 감소 → ~0.43
• Train/Val Loss 격차 최소 → 과적합 없음
• Epoch 10 이후 수렴 안정화
• Epoch 40~60 구간 소폭 진동:
  → BatchNorm 통계 안정화 과정
  → EarlyStopping restore_best_weights=True
     로 최적 가중치 자동 복원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65960"/>
            <a:ext cx="585216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116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Accuracy Curve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• 초기 Accuracy: ~0.62 (Epoch 1)
• Epoch 5 전후 급격 상승 → 0.79~0.80
• Train Accuracy: 0.80~0.82 수렴
• Val Accuracy: 0.79~0.80 수렴
• 최종 Validation Accuracy = 0.80
• Train/Val 차이 ≤ 2%p
  → 일반화 성능 양호
  → 과적합 없이 학습 완료
• Epoch 40~60 진동폭 감소 추세
  → EarlyStopping 기준 도달 후 최적값 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3035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학습 설정 요약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5669280"/>
          <a:ext cx="1161288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16764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설정값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CNN+LSTM (1D-CNN→LSTM→Dense)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이진 분류 (failure=1)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손실 함수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Binary Crossentropy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sigmoid 출력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총 에폭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60 (EarlyStopping patience=8)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최적 가중치 자동 복원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검증 방식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3-Fold Stratified K-Fold CV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80:20 Train/Test 분할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최종 Val 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0.80  |  AUC 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Threshold = 0.50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Threshold (임계값) 결정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DD7EE"/>
                </a:solidFill>
                <a:latin typeface="맑은 고딕"/>
              </a:rPr>
              <a:t>AUC 최적화 ≠ Threshold 최적화  ·  Youden's J Index  ·  운영 임계값 0.50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789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맑은 고딕"/>
              </a:rPr>
              <a:t>핵심 개념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• AUC(ROC Area) = 0.88: Threshold에 무관한 모델 변별력 척도. Threshold를 바꿔도 AUC 값 자체는 변하지 않음.
• Threshold: '어느 확률 이상을 고장으로 판정할 것인가'를 결정하는 운영 파라미터. AUC를 높이는 것이 아니라 TPR/FPR 균형을 조절.
• 최적 Threshold → Youden's J = max(TPR − FPR): ROC 커브에서 좌상단 knee 지점 (FPR≈0.05, TPR≈0.85)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06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Threshold 결정 방법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3017520"/>
          <a:ext cx="57607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r>
                        <a:t>방법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수식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특징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Youden's J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max(TPR − FPR)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AUC 최적 운영점, 범용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F1 최대화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max(2·P·R / (P+R))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Precision/Recall 균형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비용 최소화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min(FP비용·FPR + FN비용·FNR)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업무 비용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고정 FPR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FPR ≤ 0.05에서 최대 TPR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맑은 고딕"/>
                        </a:rPr>
                        <a:t>오경보 허용치 우선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0" y="2606040"/>
            <a:ext cx="5486400" cy="21945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본 프로젝트 적용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06324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맑은 고딕"/>
              </a:rPr>
              <a:t>모델: CNN+LSTM 이진 분류 (failure detection)
AUC = 0.88
최종 운영 Threshold = 0.50
  → Youden's J 근처 (기본값)
  → FPR ≈ 0.05~0.10, TPR ≈ 0.85~0.90
Streamlit 앱 슬라이더:
  사용자 실시간 0.1~0.9 조정 가능
  (사이드바 '실행 순서' 정보박스 함께 제공)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800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맑은 고딕"/>
              </a:rPr>
              <a:t>Threshold별 TPR / FPR 운영 시나리오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74320" y="5212080"/>
          <a:ext cx="116128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320040">
                <a:tc>
                  <a:txBody>
                    <a:bodyPr/>
                    <a:lstStyle/>
                    <a:p>
                      <a:r>
                        <a:t>Threshold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TPR(Recall)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FPR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운영 방침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높음 (≈0.95)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높음 (≈0.25)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낮음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고민감도 — 오경보 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0.50 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≈0.85~0.90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≈0.05~0.10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≈0.81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기본값 — Youden's J 근처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낮음 (≈0.68)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매우낮음 (&lt;0.05)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1A"/>
                          </a:solidFill>
                          <a:latin typeface="맑은 고딕"/>
                        </a:rPr>
                        <a:t>보수적 — 오경보 최소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6565392"/>
            <a:ext cx="11612880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74536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AUC 0.88 = 모델 변별력 (threshold 무관)  ·  운영 임계값 0.50 = Youden's J 기준 선택  ·  Streamlit 슬라이더로 현장 민감도 조정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