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F4E79"/>
                </a:solidFill>
              </a:rPr>
              <a:t>LLM 기반 예지보전 진단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E75B6"/>
                </a:solidFill>
              </a:rPr>
              <a:t>FEMTO-ST 베어링 PdM -- Proposal A 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</a:rPr>
              <a:t>RAG + ML + DL + Claude API  |  2026-06-29  |  허남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기존 DL 시스템의 한계 -&gt; LLM으로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수치 예측 결과를 현장 담당자가 이해 가능한 자연어로 변환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</a:rPr>
              <a:t>[기존 출력]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ML 확률: 0.72
DL RUL: 45분
RAG 유사도: 92.3%
-&gt; 데이터 분석가만 해석 가능
-&gt; 현장 조치 지연
-&gt; RAG 수치 의미 불명확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78632"/>
                </a:solidFill>
              </a:rPr>
              <a:t>[LLM 추가 출력]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173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[현재 상태] 위험 -- 열화 72%, RUL 45분
[이상 신호]
  h_rms 3.2 급등
  h_kurt 11.5 (충격 증가)
[정비 권고] 즉시 점검 및 교체 준비
[유사 사례] Bearing1_3 동일 패턴, 30분 후 파손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LLM 확장 방안 3종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채택 기준: 구현 가능성 + 즉시 현장 적용 + 비용 효율성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핵심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96012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난이도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96012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채택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8632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5331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RAG+ML/DL -&gt; LLM 보고서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35331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낮음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5331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78632"/>
                </a:solidFill>
              </a:rPr>
              <a:t>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9019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0195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LLM 이상 패턴 학습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0195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0195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미채택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450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50592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멀티모달 센서+문서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505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중간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50592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미채택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Proposal A -- 데이터 흐름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센서 -&gt; ML/DL/RAG -&gt; Claude API -&gt; 자연어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</a:rPr>
              <a:t>센서 측정값
    |
  +---------+---------+
  ML(RF/XGB) DL(GRU)  RAG(FAISS)
  확률       RUL(분)  Top-3사례
  +---------+---------+
    |
  Claude API (haiku-4-5)
  System: PdM 전문가
    |
  자연어 보고서 (4섹션)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5B6"/>
                </a:solidFill>
              </a:rPr>
              <a:t>보고서 4섹션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32588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1. [현재 상태]
   정상/주의/위험 한 줄 요약
2. [주요 이상 신호]
   센서값 이상 패턴 2~3가지
3. [정비 권고]
   즉시/24h내/1주내 조치
4. [유사 사례 참고]
   RAG 최유사 과거 사례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시연 시나리오 (3분)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정상 -&gt; 주의 -&gt; 위험 전환으로 LLM 보고서 변화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78632"/>
                </a:solidFill>
              </a:rPr>
              <a:t>Step 1: 정상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입력: h_rms=0.3, h_kurt=2.5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출력: '정상 -- 정기 점검 유지'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500"/>
                </a:solidFill>
              </a:rPr>
              <a:t>Step 2: 주의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입력: h_rms=0.8, h_kurt=6.0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0896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출력: '주의 -- 24시간 내 점검 권고'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343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</a:rPr>
              <a:t>Step 3: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343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입력: h_rms=3.0, h_kurt=12.0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800600"/>
            <a:ext cx="6766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출력: '위험 -- 즉시 점검 및 교체 준비'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E79"/>
                </a:solidFill>
              </a:rPr>
              <a:t>결론 및 기대효과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530352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E75B6"/>
                </a:solidFill>
              </a:rPr>
              <a:t>LLM 추가로 PdM 시스템의 현장 실용성 대폭 향상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현장 접근성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601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수치-&gt;자연어: 비전문가도 즉시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의사결정 가속화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즉시/24h/1주 조치 자동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971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RAG 시너지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과거 사례 수치-&gt;의미 있는 설명 변환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77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비용 최적화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9776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haiku 모델+Mock 모드 (발표시 API 비용 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983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확장성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9834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1A"/>
                </a:solidFill>
              </a:rPr>
              <a:t>Proposal B/C 단계적 고도화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